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 30% off</c:v>
                </c:pt>
              </c:strCache>
            </c:strRef>
          </c:tx>
          <c:spPr>
            <a:solidFill>
              <a:srgbClr val="5FD0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A5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In-Store</c:v>
                  </c:pt>
                  <c:pt idx="1">
                    <c:v>Online</c:v>
                  </c:pt>
                  <c:pt idx="2">
                    <c:v>Mobile App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9.1</c:v>
                </c:pt>
                <c:pt idx="2">
                  <c:v>21.4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&gt; 30% off</c:v>
                </c:pt>
              </c:strCache>
            </c:strRef>
          </c:tx>
          <c:spPr>
            <a:solidFill>
              <a:srgbClr val="E05A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A5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In-Store</c:v>
                  </c:pt>
                  <c:pt idx="1">
                    <c:v>Online</c:v>
                  </c:pt>
                  <c:pt idx="2">
                    <c:v>Mobile App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42.9</c:v>
                </c:pt>
                <c:pt idx="2">
                  <c:v>63.6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3C4A5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2E7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8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BFBF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3C4A5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BFB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40% vs 10.5% comparison — nearly 4x. Key evidence it's not just a mobile problem: the grouped chart shows deep discounts roughly double-to-triple returns within EVERY channel. Margin angle: these orders are already ~41% off on ~$87 AOV, then 40% come back = double hit. Honest caveat: n=40 on the headline group, so Monday action is confirm-at-scale + pilot a cap, not an immediate policy change. Worst single cell is deep-discount mobile at 63.6% but that's only 11 orders — mention as a lead, don't overclaim.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OPS BRIEF  ·  FY2025  ·  ONE FINDING FOR MONDAY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E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deepest discounts are your least sticky sales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discounted more than 30% get returned nearly </a:t>
            </a:r>
            <a:pPr indent="0" marL="0">
              <a:buNone/>
            </a:pPr>
            <a:r>
              <a:rPr lang="en-US" sz="150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as often</a:t>
            </a:r>
            <a:pPr indent="0" marL="0">
              <a:buNone/>
            </a:pPr>
            <a:r>
              <a:rPr lang="en-US" sz="15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it’s a lever operations controls directly.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05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 off</a:t>
            </a:r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returned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8A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03320" y="2286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FD0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21608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 / 887 orders)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compounding loss.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orders are already thin — avg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an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— then 4 in 10 reverse, so you pay markdown </a:t>
            </a:r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reverse-logistics on the same sale.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MONDAY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promo that ran &gt;30% off and cross-ref returns at scale.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hardest at deep discounts on Mobile and Footwear (worst combo).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discount-depth cap; watch net revenue after returns.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103120"/>
            <a:ext cx="5257800" cy="3703320"/>
          </a:xfrm>
          <a:prstGeom prst="roundRect">
            <a:avLst>
              <a:gd name="adj" fmla="val 2222"/>
            </a:avLst>
          </a:prstGeom>
          <a:solidFill>
            <a:srgbClr val="FBFBF8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286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holds inside every channel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61518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(%) by channel, split by discount depth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46520" y="2926080"/>
          <a:ext cx="5074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numbers: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return rate 11.8% (109/927)  ·  &gt;30% off 40.0% (16/40)  ·  like-for-like known ≤30% 10.7% (85/792), so missing-discount rows aren’t driving it.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8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&gt;30% group is 40 orders — a strong lead to confirm at scale, not yet a proven law.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Ops Brief — Deep Discount Returns</dc:title>
  <dc:subject>PptxGenJS Presentation</dc:subject>
  <dc:creator>Deepti Bahel</dc:creator>
  <cp:lastModifiedBy>Deepti Bahel</cp:lastModifiedBy>
  <cp:revision>1</cp:revision>
  <dcterms:created xsi:type="dcterms:W3CDTF">2026-07-09T00:50:25Z</dcterms:created>
  <dcterms:modified xsi:type="dcterms:W3CDTF">2026-07-09T00:50:25Z</dcterms:modified>
</cp:coreProperties>
</file>